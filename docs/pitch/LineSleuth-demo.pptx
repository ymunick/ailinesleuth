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screen while we are introduced. Nothing to say.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Segment 1 (0:00-0:15). If numbers are still unvalidated, drop the X line and keep the footnote on 40 min. Switch to the live app at about 0:15.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Submission only. Target plant size comes from the PRD and still needs interview confirmation. Add a public source for China+1 before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Submission only. In the live pitch the app shows this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Segments 2-5. Only shown if the live app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Segment 6 is the live version. For the submission deck this is the trust argument; keep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Spoken during Segment 3 of the live pitch. Name the Gemini model only after verifying it in Model Garden; otherwise just say Gemini.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Segment 7. Check every competitor cell against current public material. Never disparage.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Segment 8. Inputs are assumptions; show no numbers unless they come from interviews. Do not show gross margin: Gemini and GCP costs not yet estimated.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Segment 9. Do not promise Vietnamese support beyond 'roadmap'.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Segment 10. Stay on this slide during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in Q&amp;A for 'does it really work?' and 'did you talk to customers?'. Only show measured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upfront about limits builds trust. Details in docs/manual/user-manual.md Section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24144" y="1060704"/>
            <a:ext cx="5925312" cy="3364992"/>
          </a:xfrm>
          <a:prstGeom prst="roundRect">
            <a:avLst>
              <a:gd name="adj" fmla="val 2174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3" name="Image 0" descr="plant map, Line 2 stopp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097280"/>
            <a:ext cx="585216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88175" y="4114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offline-mode capture, re-shoot in Gemini mode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</a:t>
            </a:r>
            <a:pPr indent="0" marL="0">
              <a:buNone/>
            </a:pPr>
            <a:r>
              <a:rPr lang="en-US" sz="54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Sleuth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investigations for small factories, with evidence you can check.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120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Builder Cup 2026 · Manufacturing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 Che Nick Lai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2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03:00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2 stops.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hour of downtime costs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X*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cause: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 min*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Excel and PLC logs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 supervisor is alone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766560" y="1463040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995160" y="14630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Line2_temps.xlsx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589520" y="2286000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18120" y="2286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PLC_export_0300.csv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040880" y="3200400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269480" y="3200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shift_log.xlsx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412480" y="4023360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41080" y="4023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alarms_L2.csv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pending validation: plant-manager interviews not yet completed.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serve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03520" cy="3566160"/>
          </a:xfrm>
          <a:prstGeom prst="roundRect">
            <a:avLst>
              <a:gd name="adj" fmla="val 2564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Night-shift supervisor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77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manufacturer, 50–300 staff*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175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MES; data lives in Excel sheets and PLC CSV exports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night, decides alone; engineers are off site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stoppage is a manual log hunt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17830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“China plus one” is moving production south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0" y="2468880"/>
            <a:ext cx="2468880" cy="1005840"/>
          </a:xfrm>
          <a:prstGeom prst="roundRect">
            <a:avLst>
              <a:gd name="adj" fmla="val 9091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246888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Vietnam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052560" y="2468880"/>
            <a:ext cx="2468880" cy="1005840"/>
          </a:xfrm>
          <a:prstGeom prst="roundRect">
            <a:avLst>
              <a:gd name="adj" fmla="val 9091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52560" y="246888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Thailand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0" y="3703320"/>
            <a:ext cx="2468880" cy="1005840"/>
          </a:xfrm>
          <a:prstGeom prst="roundRect">
            <a:avLst>
              <a:gd name="adj" fmla="val 9091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37033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Malaysia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052560" y="3703320"/>
            <a:ext cx="2468880" cy="1005840"/>
          </a:xfrm>
          <a:prstGeom prst="roundRect">
            <a:avLst>
              <a:gd name="adj" fmla="val 9091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52560" y="37033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51206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plants the big industrial platforms don't reach.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plant size pending interviews · China+1 trend: public source to verify.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button: evidence, root cause, work order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88175" y="4114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offline-mode capture, re-shoot in Gemini mode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12064" y="1746504"/>
            <a:ext cx="3593592" cy="2057400"/>
          </a:xfrm>
          <a:prstGeom prst="roundRect">
            <a:avLst>
              <a:gd name="adj" fmla="val 3556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6" name="Image 0" descr="Press Investig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3520440" cy="19842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02336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40050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Investigate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4434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chat box, no prompt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261104" y="1746504"/>
            <a:ext cx="3593592" cy="2057400"/>
          </a:xfrm>
          <a:prstGeom prst="roundRect">
            <a:avLst>
              <a:gd name="adj" fmla="val 3556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12" name="Image 1" descr="Evidence → root ca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83080"/>
            <a:ext cx="3520440" cy="198424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297680" y="402336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29768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00600" y="40050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→ root cause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00600" y="4434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card traces back to source rows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8010144" y="1746504"/>
            <a:ext cx="3593592" cy="2057400"/>
          </a:xfrm>
          <a:prstGeom prst="roundRect">
            <a:avLst>
              <a:gd name="adj" fmla="val 3556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18" name="Image 2" descr="Work order by Q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783080"/>
            <a:ext cx="3520440" cy="1984248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8046720" y="402336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04672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549640" y="40050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order by QR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8549640" y="4434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technician's phone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22960" y="534924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picks from 5 fixed, tested queries — it never writes SQL. </a:t>
            </a:r>
            <a:pPr indent="0" marL="0">
              <a:buNone/>
            </a:pPr>
            <a:r>
              <a:rPr lang="en-US" sz="17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scored by the server.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Line 2, 03:00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88175" y="4114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offline-mode capture, re-shoot in Gemini mode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12064" y="2066544"/>
            <a:ext cx="2176272" cy="1252728"/>
          </a:xfrm>
          <a:prstGeom prst="roundRect">
            <a:avLst>
              <a:gd name="adj" fmla="val 5839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6" name="Image 0" descr="fram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2103120" cy="11795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345643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03:00 — Line 2 stops.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752344" y="2066544"/>
            <a:ext cx="2176272" cy="1252728"/>
          </a:xfrm>
          <a:prstGeom prst="roundRect">
            <a:avLst>
              <a:gd name="adj" fmla="val 5839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11" name="Image 1" descr="fram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2103120"/>
            <a:ext cx="2103120" cy="117957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88920" y="347472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8892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246120" y="345643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click. No prompt.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992624" y="2066544"/>
            <a:ext cx="2176272" cy="1252728"/>
          </a:xfrm>
          <a:prstGeom prst="roundRect">
            <a:avLst>
              <a:gd name="adj" fmla="val 5839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16" name="Image 2" descr="frame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103120"/>
            <a:ext cx="2103120" cy="117957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029200" y="347472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02920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0" y="345643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traces back to BigQuery.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7232904" y="2066544"/>
            <a:ext cx="2176272" cy="1252728"/>
          </a:xfrm>
          <a:prstGeom prst="roundRect">
            <a:avLst>
              <a:gd name="adj" fmla="val 5839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21" name="Image 3" descr="frame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2103120"/>
            <a:ext cx="2103120" cy="117957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7269480" y="347472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26948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7726680" y="345643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+ confidence + what was ruled out.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9473184" y="2066544"/>
            <a:ext cx="2176272" cy="1252728"/>
          </a:xfrm>
          <a:prstGeom prst="roundRect">
            <a:avLst>
              <a:gd name="adj" fmla="val 5839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26" name="Image 4" descr="frame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0" y="2103120"/>
            <a:ext cx="2103120" cy="1179576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9509760" y="347472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950976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9966960" y="345643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→ after*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548640" y="4754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video: stored on the laptop, not streamed.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before-time pending interviews; after-time pending measurement.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evidence, no conclusion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88175" y="4114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offline-mode capture, re-shoot in Gemini mode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12064" y="1746504"/>
            <a:ext cx="5742432" cy="3264408"/>
          </a:xfrm>
          <a:prstGeom prst="roundRect">
            <a:avLst>
              <a:gd name="adj" fmla="val 2241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6" name="Image 0" descr="Insufficient evidence grey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669280" cy="31912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0" y="17830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healthy data LineSleuth answers “Insufficient evidence”, lists what it checked, and hands the decision back to a human.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324612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can only call fixed queries with checked parameters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on cards come from source rows, not the model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root cause needs 2+ evidence cards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treated as untrusted data (prompt-injection tested)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Google Cloud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· Phone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screen, QR work order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931920" y="274320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+ API · asia-southeast1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589520" y="1691640"/>
            <a:ext cx="4023360" cy="960120"/>
          </a:xfrm>
          <a:prstGeom prst="roundRect">
            <a:avLst>
              <a:gd name="adj" fmla="val 9524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0" y="18013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A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Gemini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194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· 5 fixed queries · temp 0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589520" y="2743200"/>
            <a:ext cx="4023360" cy="960120"/>
          </a:xfrm>
          <a:prstGeom prst="roundRect">
            <a:avLst>
              <a:gd name="adj" fmla="val 9524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0" y="28529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A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data · work orders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89520" y="3794760"/>
            <a:ext cx="4023360" cy="960120"/>
          </a:xfrm>
          <a:prstGeom prst="roundRect">
            <a:avLst>
              <a:gd name="adj" fmla="val 9524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0" y="39044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A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replayable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154680" y="3218688"/>
            <a:ext cx="731520" cy="0"/>
          </a:xfrm>
          <a:prstGeom prst="line">
            <a:avLst/>
          </a:prstGeom>
          <a:noFill/>
          <a:ln w="25400">
            <a:solidFill>
              <a:srgbClr val="4A526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6537960" y="2194560"/>
            <a:ext cx="1005840" cy="868680"/>
          </a:xfrm>
          <a:prstGeom prst="line">
            <a:avLst/>
          </a:prstGeom>
          <a:noFill/>
          <a:ln w="25400">
            <a:solidFill>
              <a:srgbClr val="4A526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537960" y="3218688"/>
            <a:ext cx="1005840" cy="0"/>
          </a:xfrm>
          <a:prstGeom prst="line">
            <a:avLst/>
          </a:prstGeom>
          <a:noFill/>
          <a:ln w="25400">
            <a:solidFill>
              <a:srgbClr val="4A526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37960" y="3383280"/>
            <a:ext cx="1005840" cy="868680"/>
          </a:xfrm>
          <a:prstGeom prst="line">
            <a:avLst/>
          </a:prstGeom>
          <a:noFill/>
          <a:ln w="25400">
            <a:solidFill>
              <a:srgbClr val="4A526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48640" y="525780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171A21"/>
          </a:solidFill>
          <a:ln w="12700">
            <a:solidFill>
              <a:srgbClr val="4A526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52578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least privilege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337560" y="525780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171A21"/>
          </a:solidFill>
          <a:ln w="12700">
            <a:solidFill>
              <a:srgbClr val="4A526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337560" y="52578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Manager*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26480" y="525780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171A21"/>
          </a:solidFill>
          <a:ln w="12700">
            <a:solidFill>
              <a:srgbClr val="4A526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26480" y="52578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alerts 50/90/100%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15400" y="525780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171A21"/>
          </a:solidFill>
          <a:ln w="12700">
            <a:solidFill>
              <a:srgbClr val="4A526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915400" y="52578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show Secret Manager only if the presenter key is stored there at submission. Model name only after it is verified.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we're different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514600"/>
                <a:gridCol w="2286000"/>
                <a:gridCol w="2514600"/>
                <a:gridCol w="20391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3AA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Siemens Industrial Copilot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3AA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Cognite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3AA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MDE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1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LineSleuth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A52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for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plants in the Siemens ecosystem†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Asset-heavy enterprises with data teams†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Plants building a data platform on Google Cloud†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1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contract manufacturers without 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A5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from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/ MES data†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data platform†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Connected factory data†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1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sheets and PLC CSV exports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A5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to be done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 industrial 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data operations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engine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1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did this line stop — with evidence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A5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1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fee + per-line monthly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A5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MDE is the platform our customers can grow into.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competitor descriptions to verify against current public vendor material.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194560"/>
          </a:xfrm>
          <a:prstGeom prst="roundRect">
            <a:avLst>
              <a:gd name="adj" fmla="val 4167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774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X*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004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Onboarding: turn Excel / PLC exports into clean data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36792" y="1783080"/>
            <a:ext cx="5303520" cy="2194560"/>
          </a:xfrm>
          <a:prstGeom prst="roundRect">
            <a:avLst>
              <a:gd name="adj" fmla="val 4167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56832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LINE /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56832" y="23774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X*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656832" y="32004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Subscription, priced below the downtime and labour it saves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11094415" cy="1371600"/>
          </a:xfrm>
          <a:prstGeom prst="roundRect">
            <a:avLst>
              <a:gd name="adj" fmla="val 6667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389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per line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80060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/ month  ×  time saved  ×  downtime cost / hour  ×  share of time spent searching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all amounts pending plant-manager interviews (model: docs/finance/roi-model.csv). Buyer: plant manager or owner — to confirm.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3383280"/>
          </a:xfrm>
          <a:prstGeom prst="roundRect">
            <a:avLst>
              <a:gd name="adj" fmla="val 2703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· prototype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plant, simulated data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story + grey-card test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work order via QR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set, 10 known root causes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520440" cy="3383280"/>
          </a:xfrm>
          <a:prstGeom prst="roundRect">
            <a:avLst>
              <a:gd name="adj" fmla="val 2703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965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5AA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56032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Design-partner pilots on de-identified data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PLC CSV import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Vietnamese and Thai work orders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and permissions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520440" cy="3383280"/>
          </a:xfrm>
          <a:prstGeom prst="roundRect">
            <a:avLst>
              <a:gd name="adj" fmla="val 2703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965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56032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lines and plants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root causes per investigation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before a stoppage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dates on Next / Later: they depend on design partners. Vietnamese work order is a concept, not in the prototype.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</a:t>
            </a:r>
            <a:pPr algn="ctr" indent="0" marL="0">
              <a:buNone/>
            </a:pPr>
            <a:r>
              <a:rPr lang="en-US" sz="8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ctr" indent="0" marL="0">
              <a:buNone/>
            </a:pPr>
            <a:r>
              <a:rPr lang="en-US" sz="80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sec*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conclusion backed by evidence.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108960" y="4206240"/>
            <a:ext cx="5971032" cy="1188720"/>
          </a:xfrm>
          <a:prstGeom prst="roundRect">
            <a:avLst>
              <a:gd name="adj" fmla="val 7692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108960" y="4206240"/>
            <a:ext cx="5971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 Che Nick Lai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hongchelai@gmail.com  ·  Live prototype: [Cloud Run URL / QR]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17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40 min pending interviews · 90 sec pending measurement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status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329184" cy="329184"/>
          </a:xfrm>
          <a:prstGeom prst="ellipse">
            <a:avLst/>
          </a:prstGeom>
          <a:solidFill>
            <a:srgbClr val="282D38"/>
          </a:solidFill>
          <a:ln w="19050">
            <a:solidFill>
              <a:srgbClr val="B8BE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71600" y="17830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set (10 known root causes, 3 distractors; bar ≥ 9/10, 3 runs each)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778240" y="17830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[to measure] / 10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035808"/>
            <a:ext cx="329184" cy="329184"/>
          </a:xfrm>
          <a:prstGeom prst="ellipse">
            <a:avLst/>
          </a:prstGeom>
          <a:solidFill>
            <a:srgbClr val="282D38"/>
          </a:solidFill>
          <a:ln w="19050">
            <a:solidFill>
              <a:srgbClr val="B8BE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27889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data returns “Insufficient evidence”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778240" y="27889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[to measure]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041648"/>
            <a:ext cx="329184" cy="329184"/>
          </a:xfrm>
          <a:prstGeom prst="ellipse">
            <a:avLst/>
          </a:prstGeom>
          <a:solidFill>
            <a:srgbClr val="282D38"/>
          </a:solidFill>
          <a:ln w="19050">
            <a:solidFill>
              <a:srgbClr val="B8BE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71600" y="37947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time to conclusion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0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[to measure] 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047488"/>
            <a:ext cx="329184" cy="329184"/>
          </a:xfrm>
          <a:prstGeom prst="ellipse">
            <a:avLst/>
          </a:prstGeom>
          <a:solidFill>
            <a:srgbClr val="282D38"/>
          </a:solidFill>
          <a:ln w="19050">
            <a:solidFill>
              <a:srgbClr val="B8BEC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4800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Plant-manager interviews completed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4800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[pending interviews]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limitations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6888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data; no live PLC / MES connection yet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153912" y="178308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73952" y="20574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246888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root cause per investigation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069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4805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only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53912" y="379476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73952" y="4069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44805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login in the prototype; not ready for real customer data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LineSleuth — AI Builder Cup 2026</dc:title>
  <dc:subject>PptxGenJS Presentation</dc:subject>
  <dc:creator>Hung Che Nick Lai</dc:creator>
  <cp:lastModifiedBy>Hung Che Nick Lai</cp:lastModifiedBy>
  <cp:revision>1</cp:revision>
  <dcterms:created xsi:type="dcterms:W3CDTF">2026-09-23T23:34:40Z</dcterms:created>
  <dcterms:modified xsi:type="dcterms:W3CDTF">2026-09-23T23:34:40Z</dcterms:modified>
</cp:coreProperties>
</file>